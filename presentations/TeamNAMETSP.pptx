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63" r:id="rId3"/>
    <p:sldId id="283" r:id="rId4"/>
    <p:sldId id="282" r:id="rId5"/>
    <p:sldId id="281" r:id="rId6"/>
    <p:sldId id="286" r:id="rId7"/>
    <p:sldId id="284" r:id="rId8"/>
    <p:sldId id="287" r:id="rId9"/>
    <p:sldId id="285" r:id="rId10"/>
    <p:sldId id="259" r:id="rId11"/>
    <p:sldId id="260" r:id="rId12"/>
    <p:sldId id="261" r:id="rId13"/>
    <p:sldId id="262" r:id="rId14"/>
    <p:sldId id="264" r:id="rId15"/>
    <p:sldId id="267" r:id="rId16"/>
    <p:sldId id="266" r:id="rId17"/>
    <p:sldId id="273" r:id="rId18"/>
    <p:sldId id="274" r:id="rId19"/>
    <p:sldId id="275" r:id="rId20"/>
    <p:sldId id="276" r:id="rId21"/>
    <p:sldId id="278" r:id="rId22"/>
    <p:sldId id="279" r:id="rId23"/>
    <p:sldId id="272" r:id="rId2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7E35A1-3EE3-44B9-A518-0851C665D3BA}" v="16" dt="2025-12-02T16:42:31.32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 Pietrak" userId="ff304f15bd13396f" providerId="LiveId" clId="{D17D9FE5-84C1-4370-9BF4-4105A2AC9940}"/>
    <pc:docChg chg="undo custSel addSld delSld modSld">
      <pc:chgData name="Julie Pietrak" userId="ff304f15bd13396f" providerId="LiveId" clId="{D17D9FE5-84C1-4370-9BF4-4105A2AC9940}" dt="2025-12-02T16:42:33.948" v="678" actId="14100"/>
      <pc:docMkLst>
        <pc:docMk/>
      </pc:docMkLst>
      <pc:sldChg chg="addSp delSp modSp del mod">
        <pc:chgData name="Julie Pietrak" userId="ff304f15bd13396f" providerId="LiveId" clId="{D17D9FE5-84C1-4370-9BF4-4105A2AC9940}" dt="2025-12-02T16:06:40.048" v="9" actId="47"/>
        <pc:sldMkLst>
          <pc:docMk/>
          <pc:sldMk cId="0" sldId="257"/>
        </pc:sldMkLst>
        <pc:spChg chg="add del mod">
          <ac:chgData name="Julie Pietrak" userId="ff304f15bd13396f" providerId="LiveId" clId="{D17D9FE5-84C1-4370-9BF4-4105A2AC9940}" dt="2025-12-02T16:06:34.970" v="8"/>
          <ac:spMkLst>
            <pc:docMk/>
            <pc:sldMk cId="0" sldId="257"/>
            <ac:spMk id="2" creationId="{153F7D5A-08A9-B5E3-8BCC-6E4B75497DEB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2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3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4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6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8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69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0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1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2" creationId="{00000000-0000-0000-0000-000000000000}"/>
          </ac:spMkLst>
        </pc:spChg>
        <pc:spChg chg="del">
          <ac:chgData name="Julie Pietrak" userId="ff304f15bd13396f" providerId="LiveId" clId="{D17D9FE5-84C1-4370-9BF4-4105A2AC9940}" dt="2025-12-02T16:05:40.173" v="0" actId="478"/>
          <ac:spMkLst>
            <pc:docMk/>
            <pc:sldMk cId="0" sldId="257"/>
            <ac:spMk id="173" creationId="{00000000-0000-0000-0000-000000000000}"/>
          </ac:spMkLst>
        </pc:spChg>
        <pc:spChg chg="add del mod">
          <ac:chgData name="Julie Pietrak" userId="ff304f15bd13396f" providerId="LiveId" clId="{D17D9FE5-84C1-4370-9BF4-4105A2AC9940}" dt="2025-12-02T16:05:48.187" v="4" actId="478"/>
          <ac:spMkLst>
            <pc:docMk/>
            <pc:sldMk cId="0" sldId="257"/>
            <ac:spMk id="174" creationId="{00000000-0000-0000-0000-000000000000}"/>
          </ac:spMkLst>
        </pc:spChg>
        <pc:picChg chg="del">
          <ac:chgData name="Julie Pietrak" userId="ff304f15bd13396f" providerId="LiveId" clId="{D17D9FE5-84C1-4370-9BF4-4105A2AC9940}" dt="2025-12-02T16:05:44.054" v="1" actId="478"/>
          <ac:picMkLst>
            <pc:docMk/>
            <pc:sldMk cId="0" sldId="257"/>
            <ac:picMk id="175" creationId="{00000000-0000-0000-0000-000000000000}"/>
          </ac:picMkLst>
        </pc:picChg>
      </pc:sldChg>
      <pc:sldChg chg="del">
        <pc:chgData name="Julie Pietrak" userId="ff304f15bd13396f" providerId="LiveId" clId="{D17D9FE5-84C1-4370-9BF4-4105A2AC9940}" dt="2025-12-02T16:33:54.677" v="467" actId="47"/>
        <pc:sldMkLst>
          <pc:docMk/>
          <pc:sldMk cId="0" sldId="258"/>
        </pc:sldMkLst>
      </pc:sldChg>
      <pc:sldChg chg="addSp delSp modSp new del mod">
        <pc:chgData name="Julie Pietrak" userId="ff304f15bd13396f" providerId="LiveId" clId="{D17D9FE5-84C1-4370-9BF4-4105A2AC9940}" dt="2025-12-02T16:29:35.944" v="461" actId="47"/>
        <pc:sldMkLst>
          <pc:docMk/>
          <pc:sldMk cId="1981149385" sldId="280"/>
        </pc:sldMkLst>
        <pc:spChg chg="mod">
          <ac:chgData name="Julie Pietrak" userId="ff304f15bd13396f" providerId="LiveId" clId="{D17D9FE5-84C1-4370-9BF4-4105A2AC9940}" dt="2025-12-02T16:08:22.390" v="39" actId="1076"/>
          <ac:spMkLst>
            <pc:docMk/>
            <pc:sldMk cId="1981149385" sldId="280"/>
            <ac:spMk id="2" creationId="{C399AE88-B773-D9C2-8B8F-F8ABAF4ABD07}"/>
          </ac:spMkLst>
        </pc:spChg>
        <pc:spChg chg="mod">
          <ac:chgData name="Julie Pietrak" userId="ff304f15bd13396f" providerId="LiveId" clId="{D17D9FE5-84C1-4370-9BF4-4105A2AC9940}" dt="2025-12-02T16:22:18.484" v="243" actId="1076"/>
          <ac:spMkLst>
            <pc:docMk/>
            <pc:sldMk cId="1981149385" sldId="280"/>
            <ac:spMk id="3" creationId="{21150C3C-2A0C-2EAE-5B35-C4C34E290FD2}"/>
          </ac:spMkLst>
        </pc:spChg>
        <pc:spChg chg="add del mod">
          <ac:chgData name="Julie Pietrak" userId="ff304f15bd13396f" providerId="LiveId" clId="{D17D9FE5-84C1-4370-9BF4-4105A2AC9940}" dt="2025-12-02T16:28:18.742" v="448" actId="1076"/>
          <ac:spMkLst>
            <pc:docMk/>
            <pc:sldMk cId="1981149385" sldId="280"/>
            <ac:spMk id="4" creationId="{843FA6A2-3581-7E55-24C4-FFBC759CF6F3}"/>
          </ac:spMkLst>
        </pc:spChg>
      </pc:sldChg>
      <pc:sldChg chg="modSp add mod">
        <pc:chgData name="Julie Pietrak" userId="ff304f15bd13396f" providerId="LiveId" clId="{D17D9FE5-84C1-4370-9BF4-4105A2AC9940}" dt="2025-12-02T16:20:44.548" v="149" actId="20577"/>
        <pc:sldMkLst>
          <pc:docMk/>
          <pc:sldMk cId="130000305" sldId="281"/>
        </pc:sldMkLst>
        <pc:spChg chg="mod">
          <ac:chgData name="Julie Pietrak" userId="ff304f15bd13396f" providerId="LiveId" clId="{D17D9FE5-84C1-4370-9BF4-4105A2AC9940}" dt="2025-12-02T16:20:44.548" v="149" actId="20577"/>
          <ac:spMkLst>
            <pc:docMk/>
            <pc:sldMk cId="130000305" sldId="281"/>
            <ac:spMk id="4" creationId="{9F71625D-6746-74DD-4F1B-01EBD0DCD60B}"/>
          </ac:spMkLst>
        </pc:spChg>
      </pc:sldChg>
      <pc:sldChg chg="add">
        <pc:chgData name="Julie Pietrak" userId="ff304f15bd13396f" providerId="LiveId" clId="{D17D9FE5-84C1-4370-9BF4-4105A2AC9940}" dt="2025-12-02T16:21:02.211" v="150" actId="2890"/>
        <pc:sldMkLst>
          <pc:docMk/>
          <pc:sldMk cId="2953056309" sldId="282"/>
        </pc:sldMkLst>
      </pc:sldChg>
      <pc:sldChg chg="addSp delSp modSp new mod">
        <pc:chgData name="Julie Pietrak" userId="ff304f15bd13396f" providerId="LiveId" clId="{D17D9FE5-84C1-4370-9BF4-4105A2AC9940}" dt="2025-12-02T16:30:00.598" v="466" actId="1076"/>
        <pc:sldMkLst>
          <pc:docMk/>
          <pc:sldMk cId="2468625782" sldId="283"/>
        </pc:sldMkLst>
        <pc:spChg chg="del mod">
          <ac:chgData name="Julie Pietrak" userId="ff304f15bd13396f" providerId="LiveId" clId="{D17D9FE5-84C1-4370-9BF4-4105A2AC9940}" dt="2025-12-02T16:29:20.430" v="456" actId="478"/>
          <ac:spMkLst>
            <pc:docMk/>
            <pc:sldMk cId="2468625782" sldId="283"/>
            <ac:spMk id="2" creationId="{23A2524C-D6BB-8F96-EDDB-223036E55505}"/>
          </ac:spMkLst>
        </pc:spChg>
        <pc:spChg chg="del">
          <ac:chgData name="Julie Pietrak" userId="ff304f15bd13396f" providerId="LiveId" clId="{D17D9FE5-84C1-4370-9BF4-4105A2AC9940}" dt="2025-12-02T16:29:18.038" v="454" actId="478"/>
          <ac:spMkLst>
            <pc:docMk/>
            <pc:sldMk cId="2468625782" sldId="283"/>
            <ac:spMk id="3" creationId="{12F77BAB-02EF-99FB-177F-AA5AFD490D5A}"/>
          </ac:spMkLst>
        </pc:spChg>
        <pc:spChg chg="add del">
          <ac:chgData name="Julie Pietrak" userId="ff304f15bd13396f" providerId="LiveId" clId="{D17D9FE5-84C1-4370-9BF4-4105A2AC9940}" dt="2025-12-02T16:28:54.127" v="451" actId="22"/>
          <ac:spMkLst>
            <pc:docMk/>
            <pc:sldMk cId="2468625782" sldId="283"/>
            <ac:spMk id="5" creationId="{F4883C5E-35CF-4B3E-7D5B-D2984B9A4F5D}"/>
          </ac:spMkLst>
        </pc:spChg>
        <pc:spChg chg="add mod">
          <ac:chgData name="Julie Pietrak" userId="ff304f15bd13396f" providerId="LiveId" clId="{D17D9FE5-84C1-4370-9BF4-4105A2AC9940}" dt="2025-12-02T16:29:16.449" v="453"/>
          <ac:spMkLst>
            <pc:docMk/>
            <pc:sldMk cId="2468625782" sldId="283"/>
            <ac:spMk id="6" creationId="{A2468AFB-03E6-2501-218F-D1B5CAB63627}"/>
          </ac:spMkLst>
        </pc:spChg>
        <pc:spChg chg="add mod">
          <ac:chgData name="Julie Pietrak" userId="ff304f15bd13396f" providerId="LiveId" clId="{D17D9FE5-84C1-4370-9BF4-4105A2AC9940}" dt="2025-12-02T16:29:15.352" v="452"/>
          <ac:spMkLst>
            <pc:docMk/>
            <pc:sldMk cId="2468625782" sldId="283"/>
            <ac:spMk id="7" creationId="{8D530610-086A-1158-C553-5DF6CB131F4D}"/>
          </ac:spMkLst>
        </pc:spChg>
        <pc:spChg chg="add mod">
          <ac:chgData name="Julie Pietrak" userId="ff304f15bd13396f" providerId="LiveId" clId="{D17D9FE5-84C1-4370-9BF4-4105A2AC9940}" dt="2025-12-02T16:29:55.245" v="464" actId="1076"/>
          <ac:spMkLst>
            <pc:docMk/>
            <pc:sldMk cId="2468625782" sldId="283"/>
            <ac:spMk id="8" creationId="{F34B7395-F5DD-92DA-B948-77E454D6DCD0}"/>
          </ac:spMkLst>
        </pc:spChg>
        <pc:spChg chg="add mod">
          <ac:chgData name="Julie Pietrak" userId="ff304f15bd13396f" providerId="LiveId" clId="{D17D9FE5-84C1-4370-9BF4-4105A2AC9940}" dt="2025-12-02T16:29:57.885" v="465" actId="1076"/>
          <ac:spMkLst>
            <pc:docMk/>
            <pc:sldMk cId="2468625782" sldId="283"/>
            <ac:spMk id="9" creationId="{4C609349-DB5F-C060-2DBA-38D722607893}"/>
          </ac:spMkLst>
        </pc:spChg>
        <pc:spChg chg="add mod">
          <ac:chgData name="Julie Pietrak" userId="ff304f15bd13396f" providerId="LiveId" clId="{D17D9FE5-84C1-4370-9BF4-4105A2AC9940}" dt="2025-12-02T16:30:00.598" v="466" actId="1076"/>
          <ac:spMkLst>
            <pc:docMk/>
            <pc:sldMk cId="2468625782" sldId="283"/>
            <ac:spMk id="10" creationId="{517307C4-EE7D-DDBA-C89A-25A65C4137C7}"/>
          </ac:spMkLst>
        </pc:spChg>
      </pc:sldChg>
      <pc:sldChg chg="modSp new mod">
        <pc:chgData name="Julie Pietrak" userId="ff304f15bd13396f" providerId="LiveId" clId="{D17D9FE5-84C1-4370-9BF4-4105A2AC9940}" dt="2025-12-02T16:42:08.301" v="673"/>
        <pc:sldMkLst>
          <pc:docMk/>
          <pc:sldMk cId="3934202649" sldId="284"/>
        </pc:sldMkLst>
        <pc:spChg chg="mod">
          <ac:chgData name="Julie Pietrak" userId="ff304f15bd13396f" providerId="LiveId" clId="{D17D9FE5-84C1-4370-9BF4-4105A2AC9940}" dt="2025-12-02T16:35:26.145" v="544" actId="20577"/>
          <ac:spMkLst>
            <pc:docMk/>
            <pc:sldMk cId="3934202649" sldId="284"/>
            <ac:spMk id="2" creationId="{D5B6FE5E-A4A7-B642-564A-9D16CCA8FC05}"/>
          </ac:spMkLst>
        </pc:spChg>
        <pc:spChg chg="mod">
          <ac:chgData name="Julie Pietrak" userId="ff304f15bd13396f" providerId="LiveId" clId="{D17D9FE5-84C1-4370-9BF4-4105A2AC9940}" dt="2025-12-02T16:42:08.301" v="673"/>
          <ac:spMkLst>
            <pc:docMk/>
            <pc:sldMk cId="3934202649" sldId="284"/>
            <ac:spMk id="3" creationId="{438ECBDC-7C69-8629-6FA3-3F3B3521142A}"/>
          </ac:spMkLst>
        </pc:spChg>
      </pc:sldChg>
      <pc:sldChg chg="modSp add mod">
        <pc:chgData name="Julie Pietrak" userId="ff304f15bd13396f" providerId="LiveId" clId="{D17D9FE5-84C1-4370-9BF4-4105A2AC9940}" dt="2025-12-02T16:42:33.948" v="678" actId="14100"/>
        <pc:sldMkLst>
          <pc:docMk/>
          <pc:sldMk cId="617862477" sldId="285"/>
        </pc:sldMkLst>
        <pc:spChg chg="mod">
          <ac:chgData name="Julie Pietrak" userId="ff304f15bd13396f" providerId="LiveId" clId="{D17D9FE5-84C1-4370-9BF4-4105A2AC9940}" dt="2025-12-02T16:35:56.549" v="560" actId="14100"/>
          <ac:spMkLst>
            <pc:docMk/>
            <pc:sldMk cId="617862477" sldId="285"/>
            <ac:spMk id="2" creationId="{78566E05-7B6C-B71F-2869-8CD514AB91FE}"/>
          </ac:spMkLst>
        </pc:spChg>
        <pc:spChg chg="mod">
          <ac:chgData name="Julie Pietrak" userId="ff304f15bd13396f" providerId="LiveId" clId="{D17D9FE5-84C1-4370-9BF4-4105A2AC9940}" dt="2025-12-02T16:42:33.948" v="678" actId="14100"/>
          <ac:spMkLst>
            <pc:docMk/>
            <pc:sldMk cId="617862477" sldId="285"/>
            <ac:spMk id="3" creationId="{63299A1B-DF36-DC55-BAA4-0BCA8B438119}"/>
          </ac:spMkLst>
        </pc:spChg>
      </pc:sldChg>
      <pc:sldChg chg="modSp new mod">
        <pc:chgData name="Julie Pietrak" userId="ff304f15bd13396f" providerId="LiveId" clId="{D17D9FE5-84C1-4370-9BF4-4105A2AC9940}" dt="2025-12-02T16:38:03.001" v="628" actId="20577"/>
        <pc:sldMkLst>
          <pc:docMk/>
          <pc:sldMk cId="2279387388" sldId="286"/>
        </pc:sldMkLst>
        <pc:spChg chg="mod">
          <ac:chgData name="Julie Pietrak" userId="ff304f15bd13396f" providerId="LiveId" clId="{D17D9FE5-84C1-4370-9BF4-4105A2AC9940}" dt="2025-12-02T16:37:29.275" v="608" actId="33524"/>
          <ac:spMkLst>
            <pc:docMk/>
            <pc:sldMk cId="2279387388" sldId="286"/>
            <ac:spMk id="2" creationId="{E631E1FE-D191-45C1-2816-04CF2B34BAC7}"/>
          </ac:spMkLst>
        </pc:spChg>
        <pc:spChg chg="mod">
          <ac:chgData name="Julie Pietrak" userId="ff304f15bd13396f" providerId="LiveId" clId="{D17D9FE5-84C1-4370-9BF4-4105A2AC9940}" dt="2025-12-02T16:38:03.001" v="628" actId="20577"/>
          <ac:spMkLst>
            <pc:docMk/>
            <pc:sldMk cId="2279387388" sldId="286"/>
            <ac:spMk id="3" creationId="{416F0900-2150-16C7-F4D1-E212560AA85A}"/>
          </ac:spMkLst>
        </pc:spChg>
      </pc:sldChg>
      <pc:sldChg chg="modSp add del mod">
        <pc:chgData name="Julie Pietrak" userId="ff304f15bd13396f" providerId="LiveId" clId="{D17D9FE5-84C1-4370-9BF4-4105A2AC9940}" dt="2025-12-02T16:42:18.496" v="675" actId="47"/>
        <pc:sldMkLst>
          <pc:docMk/>
          <pc:sldMk cId="2024573165" sldId="287"/>
        </pc:sldMkLst>
        <pc:spChg chg="mod">
          <ac:chgData name="Julie Pietrak" userId="ff304f15bd13396f" providerId="LiveId" clId="{D17D9FE5-84C1-4370-9BF4-4105A2AC9940}" dt="2025-12-02T16:38:53.398" v="654" actId="20577"/>
          <ac:spMkLst>
            <pc:docMk/>
            <pc:sldMk cId="2024573165" sldId="287"/>
            <ac:spMk id="2" creationId="{55220913-D37A-C5CE-04D8-5FBCC87D9C65}"/>
          </ac:spMkLst>
        </pc:spChg>
        <pc:spChg chg="mod">
          <ac:chgData name="Julie Pietrak" userId="ff304f15bd13396f" providerId="LiveId" clId="{D17D9FE5-84C1-4370-9BF4-4105A2AC9940}" dt="2025-12-02T16:39:00.340" v="656" actId="20577"/>
          <ac:spMkLst>
            <pc:docMk/>
            <pc:sldMk cId="2024573165" sldId="287"/>
            <ac:spMk id="3" creationId="{D8480508-6C15-77AF-A273-DA36B185CD21}"/>
          </ac:spMkLst>
        </pc:spChg>
      </pc:sldChg>
      <pc:sldMasterChg chg="delSldLayout">
        <pc:chgData name="Julie Pietrak" userId="ff304f15bd13396f" providerId="LiveId" clId="{D17D9FE5-84C1-4370-9BF4-4105A2AC9940}" dt="2025-12-02T16:33:54.677" v="467" actId="47"/>
        <pc:sldMasterMkLst>
          <pc:docMk/>
          <pc:sldMasterMk cId="0" sldId="2147483648"/>
        </pc:sldMasterMkLst>
        <pc:sldLayoutChg chg="del">
          <pc:chgData name="Julie Pietrak" userId="ff304f15bd13396f" providerId="LiveId" clId="{D17D9FE5-84C1-4370-9BF4-4105A2AC9940}" dt="2025-12-02T16:33:54.677" v="467" actId="47"/>
          <pc:sldLayoutMkLst>
            <pc:docMk/>
            <pc:sldMasterMk cId="0" sldId="2147483648"/>
            <pc:sldLayoutMk cId="0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7" y="0"/>
            <a:ext cx="8265003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30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6" cy="68681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4"/>
            <a:ext cx="5867404" cy="1317509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40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1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5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62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8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13"/>
          <p:cNvSpPr/>
          <p:nvPr/>
        </p:nvSpPr>
        <p:spPr>
          <a:xfrm>
            <a:off x="4443412" y="1835237"/>
            <a:ext cx="7000876" cy="427981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106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6"/>
            <a:ext cx="1672378" cy="1971678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4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0" cy="2721991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19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6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37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2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6" r:id="rId6"/>
    <p:sldLayoutId id="2147483658" r:id="rId7"/>
    <p:sldLayoutId id="2147483659" r:id="rId8"/>
    <p:sldLayoutId id="2147483660" r:id="rId9"/>
    <p:sldLayoutId id="2147483661" r:id="rId10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6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 xmlns="">
          <p:sp>
            <p:nvSpPr>
              <p:cNvPr id="224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 xmlns="">
          <p:sp>
            <p:nvSpPr>
              <p:cNvPr id="22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7" name="Content Placeholder 2"/>
          <p:cNvSpPr txBox="1"/>
          <p:nvPr/>
        </p:nvSpPr>
        <p:spPr>
          <a:xfrm>
            <a:off x="8242310" y="2022248"/>
            <a:ext cx="3903970" cy="22490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Part E: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broke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fixed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What is your approximation weak on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How does adding more time improve things?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34B7395-F5DD-92DA-B948-77E454D6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349" y="376639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C609349-DB5F-C060-2DBA-38D72260789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253999" y="1901738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307C4-EE7D-DDBA-C89A-25A65C4137C7}"/>
              </a:ext>
            </a:extLst>
          </p:cNvPr>
          <p:cNvSpPr txBox="1"/>
          <p:nvPr/>
        </p:nvSpPr>
        <p:spPr>
          <a:xfrm>
            <a:off x="6235701" y="330025"/>
            <a:ext cx="5060950" cy="120032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1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Two heuristics used in combination: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b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</a:b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1. Nearest Neighbor</a:t>
            </a:r>
            <a:r>
              <a:rPr lang="en-US" dirty="0"/>
              <a:t> (Greedy)</a:t>
            </a:r>
            <a:b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</a:b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2. Two-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Opt</a:t>
            </a: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 (Randomness, local optimal swap)</a:t>
            </a:r>
          </a:p>
        </p:txBody>
      </p:sp>
    </p:spTree>
    <p:extLst>
      <p:ext uri="{BB962C8B-B14F-4D97-AF65-F5344CB8AC3E}">
        <p14:creationId xmlns:p14="http://schemas.microsoft.com/office/powerpoint/2010/main" val="2468625782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835A8-4ED9-EC31-3048-BE379D038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7800-C068-86C5-5A74-C1DAABE44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49" y="126362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F3A08-FCEC-91DE-91F2-CB841EB1EF0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49" y="1619250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7CCB4-90CC-3A95-2D67-A8634E8811F7}"/>
              </a:ext>
            </a:extLst>
          </p:cNvPr>
          <p:cNvSpPr txBox="1"/>
          <p:nvPr/>
        </p:nvSpPr>
        <p:spPr>
          <a:xfrm>
            <a:off x="450850" y="990600"/>
            <a:ext cx="539750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Heuristic #1: Nearest Neighbor</a:t>
            </a:r>
          </a:p>
        </p:txBody>
      </p:sp>
    </p:spTree>
    <p:extLst>
      <p:ext uri="{BB962C8B-B14F-4D97-AF65-F5344CB8AC3E}">
        <p14:creationId xmlns:p14="http://schemas.microsoft.com/office/powerpoint/2010/main" val="295305630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9832-7832-A137-FB8A-54B65B5DF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985D-3910-71AE-45B4-6C07107B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49" y="126362"/>
            <a:ext cx="7273637" cy="963930"/>
          </a:xfrm>
        </p:spPr>
        <p:txBody>
          <a:bodyPr/>
          <a:lstStyle/>
          <a:p>
            <a:r>
              <a:rPr lang="en-US" dirty="0"/>
              <a:t>Approximate Solution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8E3A08-CCD2-3774-4DCE-D1F4476D401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49" y="1619250"/>
            <a:ext cx="5334000" cy="4579623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71625D-6746-74DD-4F1B-01EBD0DCD60B}"/>
              </a:ext>
            </a:extLst>
          </p:cNvPr>
          <p:cNvSpPr txBox="1"/>
          <p:nvPr/>
        </p:nvSpPr>
        <p:spPr>
          <a:xfrm>
            <a:off x="450850" y="990600"/>
            <a:ext cx="539750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Heuristic #2: Two-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Opt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300003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1E1FE-D191-45C1-2816-04CF2B34B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596" y="280060"/>
            <a:ext cx="10439404" cy="1617017"/>
          </a:xfrm>
        </p:spPr>
        <p:txBody>
          <a:bodyPr/>
          <a:lstStyle/>
          <a:p>
            <a:r>
              <a:rPr lang="en-US" dirty="0"/>
              <a:t>Approximate Solution – non-Optimal test case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F0900-2150-16C7-F4D1-E212560AA85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4716380" cy="3747181"/>
          </a:xfrm>
        </p:spPr>
        <p:txBody>
          <a:bodyPr/>
          <a:lstStyle/>
          <a:p>
            <a:pPr marL="0" indent="0">
              <a:buNone/>
            </a:pPr>
            <a:r>
              <a:rPr lang="en-US" b="0" dirty="0"/>
              <a:t>Discuss problem instance where approximation does not achieve the optimal value. Use illustrations. </a:t>
            </a:r>
          </a:p>
          <a:p>
            <a:pPr marL="0" indent="0">
              <a:buNone/>
            </a:pPr>
            <a:r>
              <a:rPr lang="en-US" b="0" dirty="0"/>
              <a:t>– 3 points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387388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6FE5E-A4A7-B642-564A-9D16CCA8F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5" y="418787"/>
            <a:ext cx="11947358" cy="1603463"/>
          </a:xfrm>
        </p:spPr>
        <p:txBody>
          <a:bodyPr/>
          <a:lstStyle/>
          <a:p>
            <a:r>
              <a:rPr lang="en-US" dirty="0"/>
              <a:t>Approximate vs exact solution – run time (wall clock)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38ECBDC-7C69-8629-6FA3-3F3B3521142A}"/>
                  </a:ext>
                </a:extLst>
              </p:cNvPr>
              <p:cNvSpPr>
                <a:spLocks noGrp="1"/>
              </p:cNvSpPr>
              <p:nvPr>
                <p:ph type="body" sz="quarter" idx="1"/>
              </p:nvPr>
            </p:nvSpPr>
            <p:spPr>
              <a:xfrm>
                <a:off x="914399" y="2022250"/>
                <a:ext cx="5181601" cy="391491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Provide </a:t>
                </a:r>
                <a:r>
                  <a:rPr lang="en-US" dirty="0" err="1"/>
                  <a:t>wallclock</a:t>
                </a:r>
                <a:r>
                  <a:rPr lang="en-US" dirty="0"/>
                  <a:t> runtime results comparing the </a:t>
                </a:r>
                <a:r>
                  <a:rPr lang="en-US" i="1" dirty="0"/>
                  <a:t>exact</a:t>
                </a:r>
                <a:r>
                  <a:rPr lang="en-US" dirty="0"/>
                  <a:t> and </a:t>
                </a:r>
                <a:r>
                  <a:rPr lang="en-US" i="1" dirty="0" err="1"/>
                  <a:t>approx</a:t>
                </a:r>
                <a:r>
                  <a:rPr lang="en-US" dirty="0"/>
                  <a:t> solutions on one plot.</a:t>
                </a:r>
              </a:p>
              <a:p>
                <a:pPr marL="0" indent="0">
                  <a:buNone/>
                </a:pPr>
                <a:r>
                  <a:rPr lang="en-US" dirty="0"/>
                  <a:t>plots that illustrate the run-time (wall clock) performance of your exact solution versus the approximation solution on your test cases</a:t>
                </a:r>
              </a:p>
              <a:p>
                <a:pPr marL="0" indent="0">
                  <a:buNone/>
                </a:pPr>
                <a:r>
                  <a:rPr lang="en-US" dirty="0"/>
                  <a:t>analytical run time analysis (the worse case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rPr lang="en-US" dirty="0"/>
                  <a:t> time) of your approximation algorithm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>
                  <a:buFontTx/>
                  <a:buChar char="-"/>
                </a:pPr>
                <a:r>
                  <a:rPr lang="en-US" dirty="0"/>
                  <a:t>6 points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38ECBDC-7C69-8629-6FA3-3F3B352114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"/>
              </p:nvPr>
            </p:nvSpPr>
            <p:spPr>
              <a:xfrm>
                <a:off x="914399" y="2022250"/>
                <a:ext cx="5181601" cy="3914910"/>
              </a:xfrm>
              <a:blipFill>
                <a:blip r:embed="rId2"/>
                <a:stretch>
                  <a:fillRect l="-2118" t="-1713" r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202649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06FA8-66D3-9A07-12B6-BD14F6410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20913-D37A-C5CE-04D8-5FBCC87D9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5" y="418787"/>
            <a:ext cx="11947358" cy="1603463"/>
          </a:xfrm>
        </p:spPr>
        <p:txBody>
          <a:bodyPr/>
          <a:lstStyle/>
          <a:p>
            <a:r>
              <a:rPr lang="en-US" dirty="0"/>
              <a:t>Approximate vs exact solution – lower Bound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480508-6C15-77AF-A273-DA36B185CD2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5181601" cy="391491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Discuss a lower bound for your solution and show the delta to this lower bound (from the value you computed) for large problem instances you created for </a:t>
            </a:r>
            <a:r>
              <a:rPr lang="en-US" i="1" dirty="0"/>
              <a:t>run_examples.sh</a:t>
            </a:r>
          </a:p>
          <a:p>
            <a:pPr marL="0" indent="0">
              <a:buNone/>
            </a:pPr>
            <a:r>
              <a:rPr lang="en-US" dirty="0"/>
              <a:t>- 6 points</a:t>
            </a:r>
          </a:p>
        </p:txBody>
      </p:sp>
    </p:spTree>
    <p:extLst>
      <p:ext uri="{BB962C8B-B14F-4D97-AF65-F5344CB8AC3E}">
        <p14:creationId xmlns:p14="http://schemas.microsoft.com/office/powerpoint/2010/main" val="202457316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6E1A8-4C94-0316-2533-72990D52A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66E05-7B6C-B71F-2869-8CD514AB9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451" y="418787"/>
            <a:ext cx="10900612" cy="1603463"/>
          </a:xfrm>
        </p:spPr>
        <p:txBody>
          <a:bodyPr/>
          <a:lstStyle/>
          <a:p>
            <a:r>
              <a:rPr lang="en-US" dirty="0"/>
              <a:t>Approximate vs exact solution – compare 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99A1B-DF36-DC55-BAA4-0BCA8B43811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196264" cy="391491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plots that compare the result/solution of your exact solution versus the approximation on your test cases. This is where you show the </a:t>
            </a:r>
            <a:r>
              <a:rPr lang="en-US" b="1" dirty="0"/>
              <a:t>value</a:t>
            </a:r>
            <a:r>
              <a:rPr lang="en-US" dirty="0"/>
              <a:t> achieved by both and see how well your approximation did versus the optimal solution.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862477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/>
          <p:cNvSpPr txBox="1">
            <a:spLocks noGrp="1"/>
          </p:cNvSpPr>
          <p:nvPr>
            <p:ph type="title"/>
          </p:nvPr>
        </p:nvSpPr>
        <p:spPr>
          <a:xfrm>
            <a:off x="170522" y="821"/>
            <a:ext cx="5134663" cy="2689633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1" cy="1209767"/>
          </a:xfrm>
          <a:prstGeom prst="rect">
            <a:avLst/>
          </a:prstGeom>
        </p:spPr>
        <p:txBody>
          <a:bodyPr/>
          <a:lstStyle/>
          <a:p>
            <a:r>
              <a:rPr dirty="0"/>
              <a:t>REDUCTION FROM KNOWN NP-hard </a:t>
            </a:r>
            <a:r>
              <a:rPr dirty="0" err="1"/>
              <a:t>SOL</a:t>
            </a:r>
            <a:r>
              <a:rPr lang="en-US" dirty="0" err="1"/>
              <a:t>u</a:t>
            </a:r>
            <a:r>
              <a:rPr dirty="0" err="1"/>
              <a:t>t</a:t>
            </a:r>
            <a:r>
              <a:rPr lang="en-US" dirty="0" err="1"/>
              <a:t>io</a:t>
            </a:r>
            <a:r>
              <a:rPr dirty="0" err="1"/>
              <a:t>n</a:t>
            </a:r>
            <a:endParaRPr dirty="0"/>
          </a:p>
        </p:txBody>
      </p:sp>
      <p:sp>
        <p:nvSpPr>
          <p:cNvPr id="211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212" name="Reduce from hamiltonian cycle"/>
          <p:cNvSpPr txBox="1"/>
          <p:nvPr/>
        </p:nvSpPr>
        <p:spPr>
          <a:xfrm>
            <a:off x="5641192" y="3194094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F8D110-88BD-4881-1DD1-6CF61E078C93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3A082-2862-A5EB-C120-8B04477040A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rPr dirty="0"/>
              <a:t>Empirical runtime analysis</a:t>
            </a:r>
          </a:p>
        </p:txBody>
      </p:sp>
      <p:sp>
        <p:nvSpPr>
          <p:cNvPr id="219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6" y="2022250"/>
            <a:ext cx="3310135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220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221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8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2538D6-E31D-AED9-1B91-B09DC74C130F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itle 1"/>
          <p:cNvSpPr txBox="1">
            <a:spLocks noGrp="1"/>
          </p:cNvSpPr>
          <p:nvPr>
            <p:ph type="title"/>
          </p:nvPr>
        </p:nvSpPr>
        <p:spPr>
          <a:xfrm>
            <a:off x="6095998" y="375281"/>
            <a:ext cx="4896684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Enhancing the Approximate Solution</a:t>
            </a:r>
            <a:endParaRPr dirty="0"/>
          </a:p>
        </p:txBody>
      </p:sp>
      <p:sp>
        <p:nvSpPr>
          <p:cNvPr id="24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4" cy="2309732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Featuring randomness</a:t>
            </a:r>
            <a:endParaRPr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241C9-1D5D-86DE-8E30-A4F1D6C3D3EE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Where DO We Fall Short?</a:t>
            </a:r>
            <a:endParaRPr dirty="0"/>
          </a:p>
        </p:txBody>
      </p:sp>
      <p:sp>
        <p:nvSpPr>
          <p:cNvPr id="236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62415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8962D4-C4FB-E106-8AC0-F23F1ECD5949}"/>
              </a:ext>
            </a:extLst>
          </p:cNvPr>
          <p:cNvSpPr txBox="1"/>
          <p:nvPr/>
        </p:nvSpPr>
        <p:spPr>
          <a:xfrm>
            <a:off x="914399" y="1822536"/>
            <a:ext cx="7496828" cy="184665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No randomness </a:t>
            </a:r>
            <a:r>
              <a:rPr kumimoji="0" lang="en-US" sz="32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limits graph exploration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Dependent 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on </a:t>
            </a: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starting node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Mutates a list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 while iterating through it</a:t>
            </a:r>
            <a:endParaRPr lang="en-US" sz="3200" b="1" dirty="0">
              <a:solidFill>
                <a:schemeClr val="tx1"/>
              </a:solidFill>
              <a:latin typeface="Tenorite" panose="00000500000000000000" pitchFamily="2" charset="0"/>
            </a:endParaRP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sz="18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Tenorite" panose="00000500000000000000" pitchFamily="2" charset="0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74804-5BF1-8B65-1E2B-5F098AEF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>
            <a:extLst>
              <a:ext uri="{FF2B5EF4-FFF2-40B4-BE49-F238E27FC236}">
                <a16:creationId xmlns:a16="http://schemas.microsoft.com/office/drawing/2014/main" id="{01B17243-6753-2262-2159-CAC2787467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794" y="-379569"/>
            <a:ext cx="8875287" cy="2023698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Problem: The </a:t>
            </a:r>
            <a:r>
              <a:rPr lang="en-US" dirty="0" err="1"/>
              <a:t>GRaph</a:t>
            </a:r>
            <a:endParaRPr dirty="0"/>
          </a:p>
        </p:txBody>
      </p:sp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EBDEA9B4-DA91-F505-1975-77FF9B27F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397" y="1552075"/>
            <a:ext cx="5127955" cy="51279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498377D-2D53-1673-9969-46FEDDA74444}"/>
              </a:ext>
            </a:extLst>
          </p:cNvPr>
          <p:cNvSpPr txBox="1"/>
          <p:nvPr/>
        </p:nvSpPr>
        <p:spPr>
          <a:xfrm>
            <a:off x="294573" y="1933127"/>
            <a:ext cx="6670824" cy="36332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edges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inside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each cluster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Inter-cluster edges </a:t>
            </a:r>
            <a:r>
              <a:rPr lang="en-US" sz="2700" dirty="0">
                <a:latin typeface="Tenorite"/>
                <a:sym typeface="Tenorite"/>
              </a:rPr>
              <a:t>designed to </a:t>
            </a:r>
            <a:r>
              <a:rPr lang="en-US" sz="2700" b="1" dirty="0">
                <a:latin typeface="Tenorite"/>
                <a:sym typeface="Tenorite"/>
              </a:rPr>
              <a:t>mislead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: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inter-cluster edges are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bait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1000 weight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trap edge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dirty="0">
                <a:latin typeface="Tenorite"/>
                <a:sym typeface="Tenorite"/>
              </a:rPr>
              <a:t>All other inter-cluster edges are </a:t>
            </a:r>
            <a:r>
              <a:rPr lang="en-US" sz="2700" b="1" dirty="0">
                <a:latin typeface="Tenorite"/>
                <a:sym typeface="Tenorite"/>
              </a:rPr>
              <a:t>moderately expensive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Optimal path: </a:t>
            </a:r>
            <a:r>
              <a:rPr lang="en-US" sz="2700" dirty="0">
                <a:latin typeface="Tenorite"/>
                <a:sym typeface="Tenorite"/>
              </a:rPr>
              <a:t>length of 12.6</a:t>
            </a:r>
            <a:endParaRPr kumimoji="0" lang="en-US" sz="27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</p:txBody>
      </p:sp>
    </p:spTree>
    <p:extLst>
      <p:ext uri="{BB962C8B-B14F-4D97-AF65-F5344CB8AC3E}">
        <p14:creationId xmlns:p14="http://schemas.microsoft.com/office/powerpoint/2010/main" val="1254337600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384B-3A2B-12F3-1E3E-12E3ED6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0248-C21B-1B88-AF90-A808B76502C6}"/>
              </a:ext>
            </a:extLst>
          </p:cNvPr>
          <p:cNvSpPr txBox="1"/>
          <p:nvPr/>
        </p:nvSpPr>
        <p:spPr>
          <a:xfrm>
            <a:off x="834620" y="1828800"/>
            <a:ext cx="5332977" cy="92332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TODO: make into a graph or something</a:t>
            </a:r>
          </a:p>
          <a:p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Run exact,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</a:t>
            </a: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, and v3.5 100 times each </a:t>
            </a:r>
            <a:r>
              <a:rPr lang="en-US" dirty="0"/>
              <a:t>and (bar) graph the different results it yields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43122600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84A44-84DE-EB03-8FE6-9CF2834C2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6BF35-0324-D005-2624-86A589D94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Runtimes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446827-CAE3-2A24-DF02-E75B1021BBBB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dirty="0"/>
              <a:t>TODO: make a graph. </a:t>
            </a:r>
            <a:r>
              <a:rPr lang="en-US" dirty="0">
                <a:sym typeface="Helvetica"/>
              </a:rPr>
              <a:t>Run exact, approx., and v3.5 100 times and (bar) graph the runtimes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303541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B93B2-4477-13DE-EB18-24E488CF4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5579E-AB4B-CBBA-3713-4AB6907E3B93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872888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A0F71-904A-7254-14E9-B5516C1C0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230001884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Title 6"/>
          <p:cNvSpPr txBox="1">
            <a:spLocks noGrp="1"/>
          </p:cNvSpPr>
          <p:nvPr>
            <p:ph type="title"/>
          </p:nvPr>
        </p:nvSpPr>
        <p:spPr>
          <a:xfrm>
            <a:off x="6091515" y="374086"/>
            <a:ext cx="5057105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Questions?</a:t>
            </a:r>
            <a:endParaRPr dirty="0"/>
          </a:p>
        </p:txBody>
      </p:sp>
      <p:sp>
        <p:nvSpPr>
          <p:cNvPr id="264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69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767</Words>
  <Application>Microsoft Office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Cambria Math</vt:lpstr>
      <vt:lpstr>Courier New</vt:lpstr>
      <vt:lpstr>Helvetica</vt:lpstr>
      <vt:lpstr>Tenorite</vt:lpstr>
      <vt:lpstr>Custom</vt:lpstr>
      <vt:lpstr>Pitch deck</vt:lpstr>
      <vt:lpstr>TODO</vt:lpstr>
      <vt:lpstr>Approximate Solution</vt:lpstr>
      <vt:lpstr>Approximate Solution</vt:lpstr>
      <vt:lpstr>Approximate Solution</vt:lpstr>
      <vt:lpstr>Approximate Solution – non-Optimal test case</vt:lpstr>
      <vt:lpstr>Approximate vs exact solution – run time (wall clock)</vt:lpstr>
      <vt:lpstr>Approximate vs exact solution – lower Bound</vt:lpstr>
      <vt:lpstr>Approximate vs exact solution – compare results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</vt:lpstr>
      <vt:lpstr>Sample Problem: The GRaph</vt:lpstr>
      <vt:lpstr>Sample Problem: The Results</vt:lpstr>
      <vt:lpstr>Sample Problem: The Runtimes</vt:lpstr>
      <vt:lpstr>Takeaways</vt:lpstr>
      <vt:lpstr>Conclusions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Julie Pietrak</cp:lastModifiedBy>
  <cp:revision>4</cp:revision>
  <dcterms:modified xsi:type="dcterms:W3CDTF">2025-12-02T16:42:38Z</dcterms:modified>
</cp:coreProperties>
</file>